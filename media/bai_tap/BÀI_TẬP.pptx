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D1F8D-9A75-4C7D-ACA5-B474E260A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D751D-F4F5-46F1-B910-C0A99CD506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C0538-4580-42C7-811B-5581D897E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CC95D-7828-4886-860C-B260AE2E3EA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37E9A-8F9E-4C35-9E9F-78D0F86A1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52939-A920-48BE-9686-0BF1832A8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D977A-99D6-4822-8A85-A0858E4A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7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7D2EB-D064-4C77-91DE-0450BB2D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141B8-D65E-498C-849A-D6FA21310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85205-C91A-4B2B-B9B2-B38C0D6D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CC95D-7828-4886-860C-B260AE2E3EA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2D680-2C1C-4AE5-AAE5-DBAA5077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4B044-C689-4C40-91B5-3B7C09CF4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D977A-99D6-4822-8A85-A0858E4A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94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A160A-F673-450A-A5B6-029425F99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1E614-FB1C-4379-A08E-F58FF869F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F4819-72F6-4AF0-ABAC-B4FF358F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CC95D-7828-4886-860C-B260AE2E3EA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12890-BA46-47FD-8674-822BB739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B22C2-0D50-49E5-88D5-67EF83712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D977A-99D6-4822-8A85-A0858E4A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73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9297E-6E11-4D16-9BEF-D57733045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D9086-E07E-4233-A791-365B8BA977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12806-95DA-4B87-95DC-29F295D55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8B02F-598A-4179-B53A-78F058D66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CC95D-7828-4886-860C-B260AE2E3EA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74C7E-0823-462A-8947-8E59C9398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846DB-3661-4399-B5D4-4E635EB5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D977A-99D6-4822-8A85-A0858E4A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42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5476-2376-43C5-9ECD-BF00490E0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1B1BC-4FE7-4576-9CF4-FA58966CE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947A0-48D6-4D00-9398-EEE0DF8AB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C52764-7913-474C-BA75-BB5BC09A98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43DE4D-D1F5-496D-ABD1-1AE47A65CE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99C50F-AF70-430F-9918-14DD98AA4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CC95D-7828-4886-860C-B260AE2E3EA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4D0F9E-FDBD-4B6B-ABD4-9CF4FC2E0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020CAA-3A8C-4DC5-81FC-B45A9A08E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D977A-99D6-4822-8A85-A0858E4A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99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ED7AA-54F6-4A06-8216-6FFE82DBA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826804-58FC-4AE5-A7B6-5C9878EE1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CC95D-7828-4886-860C-B260AE2E3EA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DE2FA-633A-4814-ABDB-95DEC334A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737D1-7ED7-4035-9540-45E94E004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D977A-99D6-4822-8A85-A0858E4A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45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E0EEC6-B6D6-43B3-B403-0A1F81203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CC95D-7828-4886-860C-B260AE2E3EA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247DC9-6320-446D-ACC3-AB09BB0AB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FD2F3-7F82-4D19-8781-299F98634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D977A-99D6-4822-8A85-A0858E4A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49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E5370-5D71-4E9F-BDD2-49D86A089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64D5B-71A1-465B-AB39-47AC6A645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B1E44-A8FD-43DA-A15A-20A4F9E37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22A5-FA02-404D-8BB0-28AF681B9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CC95D-7828-4886-860C-B260AE2E3EA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91FBC-1A9F-4A0A-99A0-01B7346D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0010E-D2D6-450C-9B15-8CA3B1E52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D977A-99D6-4822-8A85-A0858E4A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90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9891C-47A5-4273-A2D0-B4726B8BD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0BFB8D-7C8F-496E-830E-9E7C5A82D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EEEB-9ECE-4B89-AEA5-2C471131C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FDB34-C81E-470A-AC92-7510E1268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CC95D-7828-4886-860C-B260AE2E3EA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B60EE-8165-4E4F-A4A2-EA42F7A6C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6602D-FB98-43D2-BA4A-1C4AE67F7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D977A-99D6-4822-8A85-A0858E4A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03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EAA5D-AA96-4266-937C-BB4F22D17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9BEA3B-6412-4018-9681-126AD52F9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C8F5D-D898-43BF-91DB-91ACFB2D4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CC95D-7828-4886-860C-B260AE2E3EA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66BCB-0186-4E92-AAF6-6DF378481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E6553-2353-4AC5-A0DC-1CFD25305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D977A-99D6-4822-8A85-A0858E4A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96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513463-08E2-456A-B6F9-B231C4BB55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6249E4-D6F0-42A8-B9B7-CD2FB3792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36A73-5CF5-43F4-B0BC-A87C0958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CC95D-7828-4886-860C-B260AE2E3EA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ADB79-A296-4DD7-99DF-15A1EAE9A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5E4CC-0FCB-4336-AEEE-FCAB735F7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D977A-99D6-4822-8A85-A0858E4A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36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41CE46-3474-4D3E-BB98-201EADB98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2EC85-2B9B-4AB1-B339-665AB8592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B5606-0ABE-40F7-B24E-0308D31A80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CC95D-7828-4886-860C-B260AE2E3EA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1F798-B60E-46AD-82A5-550E619A1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34479-49A9-4C9B-9F31-5EAFEE78D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D977A-99D6-4822-8A85-A0858E4A8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09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040FB9-C348-468F-BCE0-38DDAC4DB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672" y="0"/>
            <a:ext cx="9298984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F78E29-1D10-4858-8FB7-CC85254DB9CA}"/>
              </a:ext>
            </a:extLst>
          </p:cNvPr>
          <p:cNvSpPr txBox="1"/>
          <p:nvPr/>
        </p:nvSpPr>
        <p:spPr>
          <a:xfrm>
            <a:off x="135591" y="535709"/>
            <a:ext cx="2318327" cy="5478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3600" b="1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Đặt</a:t>
            </a:r>
            <a:r>
              <a:rPr lang="en-US" sz="36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tên</a:t>
            </a:r>
            <a:r>
              <a:rPr lang="en-US" sz="36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 Thư </a:t>
            </a:r>
            <a:r>
              <a:rPr lang="en-US" sz="3600" b="1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mục</a:t>
            </a:r>
            <a:r>
              <a:rPr lang="en-US" sz="36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nộp</a:t>
            </a:r>
            <a:r>
              <a:rPr lang="en-US" sz="36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bài</a:t>
            </a:r>
            <a:r>
              <a:rPr lang="en-US" sz="36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STT_Họ</a:t>
            </a:r>
            <a:r>
              <a:rPr lang="en-US" sz="36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và</a:t>
            </a:r>
            <a:r>
              <a:rPr lang="en-US" sz="36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tên</a:t>
            </a:r>
            <a:r>
              <a:rPr lang="en-US" sz="36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16045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180F6A-A9BC-4F65-9EC9-91B9FCBD8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97" y="0"/>
            <a:ext cx="1125780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825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8911D0-9CCC-45D1-A68B-C5E5C5780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12" y="131164"/>
            <a:ext cx="11334653" cy="659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25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Palatino Linotype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Phung Thi My Diem</dc:creator>
  <cp:lastModifiedBy>Phung Thi My Diem</cp:lastModifiedBy>
  <cp:revision>4</cp:revision>
  <dcterms:created xsi:type="dcterms:W3CDTF">2023-04-04T05:41:33Z</dcterms:created>
  <dcterms:modified xsi:type="dcterms:W3CDTF">2025-09-30T23:57:07Z</dcterms:modified>
</cp:coreProperties>
</file>